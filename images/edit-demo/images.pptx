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1B1B1B"/>
    <a:srgbClr val="594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04:47:18.1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4213 258 9830,'0'-1'16,"-1"-1"0,0 1 0,1-1 0,-1 1 0,0 0 0,0-1 0,1 1 0,-1 0 0,0 0 0,0 0 0,-1-1 0,1 1 0,0 0 0,0 1 0,0-1 0,-1 0-1,1 0 1,-1 0 0,1 1 0,-2-1 0,-36-16 580,30 14-450,-79-35 489,-56-19 816,40 27 289,-1 5-1,-197-20 1,-220 26 3243,511 19-4963,-98-1 980,0 5-1,-131 22 1,90-7-1000,100-15 0,1 2 0,-81 22 0,-165 46 0,51-1 0,182-52 0,-49 17 0,0 4 0,-130 72 0,-7 51 0,202-133 0,13-7 0,1 2 0,2 1 0,-49 57 0,-66 107 0,84-104 0,4 4 0,4 1 0,-46 111 0,82-153 0,2 0 0,-8 56 0,12-52 0,3-5 0,3 0 0,2 1 0,6 84 0,0-24 0,-4-31 0,0 10 0,18 163 0,-3-171 0,36 115 0,-36-152 0,3-2 0,1 0 0,3-1 0,28 46 0,68 58 0,-68-76 0,70 78 0,-95-122 0,2 0 0,0-2 0,2-1 0,0-1 0,53 30 0,-61-42 0,1-1 0,1 0 0,0-1 0,0-2 0,0 0 0,26 3 0,58 15 0,-81-17 0,1-1 0,0 0 0,48 2 0,28-9 0,-80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04:47:21.1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 1 9830,'2'4'124,"0"0"0,0-1 0,0 1 0,0-1 1,1 1-1,0-1 0,0 0 0,0 0 0,0 0 0,6 4 0,3 5 103,150 181 3002,-158-189-3130,0 0 0,0 1 0,0-1 0,-1 1 0,0 0 0,0 0 0,0 0 0,-1 1 0,3 7 0,-5-11-58,0 0 1,0 1 0,-1-1 0,1 0 0,-1 1 0,1-1-1,-1 0 1,0 0 0,1 0 0,-1 1 0,-1-1 0,1 0-1,0 0 1,0 0 0,-1-1 0,1 1 0,-1 0 0,1 0-1,-1-1 1,0 1 0,0-1 0,1 0 0,-1 1 0,0-1 0,0 0-1,-4 1 1,-60 36 1481,-1-2 0,-127 45 0,183-77-1478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E292-4032-7029-3028-4EB1285F4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A5BCE-194F-6CA1-A1A4-D9F1567B1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A721B-6579-2ECB-9090-EFE332C3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B0A4-784D-F1E8-A55D-7653196E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434C2-A8B5-DE6B-2726-1820BF5B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7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74AA-DC74-EA58-7640-492AAC5A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8A43-81CE-C1EB-82E9-A8949CCA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B75A1-28C5-7A26-90D9-310A5EB15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7F62-85AB-3E74-31C7-BF750B25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34CC-DB0A-90A1-87E5-439E717B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4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CD5B-6EA1-71D2-01F6-34321538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866D7-798F-2BEC-CE1F-579AABFCF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B706-78F1-A57D-1A2D-A02773D5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7022-CE72-0414-8A44-3E3FCB0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0FDC-B13C-A89C-E60C-9A42A1EE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2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B214-513E-3202-660D-9E6BCD11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7ED0-2B6F-5C0A-E9CD-4062D471F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7908D-091C-D7AA-FFF7-BA40B52CB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1BA1E-D762-F7F8-E146-0EBDF5B4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65AC9-3A8B-F0C6-564D-100093CE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10B06-9059-9F10-7371-19762DFC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2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B045-C632-40EC-B3C5-FA67258F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26728-D5A1-9AA1-3CB9-3E7E9856B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C2E16-D5E3-1F30-D65F-D77228E9E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D6D52-87B0-39EF-82C3-5637360E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3EB8F-F43B-5AB4-8700-0E1A31CFA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AAB434-6494-0914-69E4-B5271BBD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B9C27-B7C3-30B6-35B6-65336E95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A5292-2600-2BE2-30E4-ABCE452F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2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3805-822B-12F6-F288-CA0F4D763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AD4A3-F972-199E-61BD-085FCFA6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D303E-3317-B7F3-1CD1-B284B15B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B5FDA-868A-1F4E-D110-A85A2C7B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6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09D96-612E-439D-6914-65F45E3F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82BF4-404C-9657-2EC5-678568F1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B4B89-F5B7-B33F-925D-90D44A48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6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9E72-A6AB-850F-1773-A7F31032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024B-47A5-25CB-0D30-AE0A7C78D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93B27-38B6-0FC6-21E8-043AA153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F51E4-10A2-DF40-D7B4-E6438B06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15686-FC7C-8A8B-10CD-FF2E974C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C9967-06A6-1E4F-81E6-591EABD3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4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A9E4-E9EF-E1E1-B774-0BF925CC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5DBD83-7341-C354-3DAA-DDBAFD130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7C7FC-4B9F-73F2-FCD6-D9EAE8ACB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04AAF-6617-AC21-C18E-69E130D5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B55F2-A374-0BF1-2FAE-8EAE714E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5A9C-0979-2BE4-D5A6-601E9A83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F904C-BA4B-3CCD-B66A-3D09665A5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194B6-0349-2CF4-9A34-5ADBAAAB7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801D-AE36-63F5-D136-BF455B09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FF432-89A7-294B-DDFE-04926954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1F93D-9C90-A90E-961D-B24E9787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2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C9D8F-D91A-6A9E-9D50-18F572B5D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70A2-F8ED-2795-6C66-5569A789C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711D-2655-281E-79AE-23598DD7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6E26-035B-D2B3-EE99-4E1DF22A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709E-8203-D46E-F0FB-1039006E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1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DF7CA-6F48-B6F5-6118-4A846DA1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17C35-413B-5983-F5D2-4613D26D2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D6E77-C348-D8B8-5EE9-B8CA92A88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EE264-4D95-4A80-88A6-894AE4C3B4D1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6692-2C52-1FB3-4FA1-A5C92E6D2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54635-18B4-CC15-9C05-4A97C8B52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D0EA-66E6-4569-97E9-D208923B4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1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FB1061-F19C-9220-7A16-DF821A9BC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508" y="2586917"/>
            <a:ext cx="4198984" cy="168416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7C8411-3C41-F268-6427-F930A4B8EA03}"/>
              </a:ext>
            </a:extLst>
          </p:cNvPr>
          <p:cNvSpPr/>
          <p:nvPr/>
        </p:nvSpPr>
        <p:spPr>
          <a:xfrm>
            <a:off x="3996509" y="3251200"/>
            <a:ext cx="4198984" cy="314036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C5C80-F61F-6877-9FBB-A58031A9FD42}"/>
              </a:ext>
            </a:extLst>
          </p:cNvPr>
          <p:cNvSpPr txBox="1"/>
          <p:nvPr/>
        </p:nvSpPr>
        <p:spPr>
          <a:xfrm>
            <a:off x="8599054" y="3242086"/>
            <a:ext cx="130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Press Enter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FB796E-CB6D-CC08-07EF-73AE896DBF57}"/>
              </a:ext>
            </a:extLst>
          </p:cNvPr>
          <p:cNvSpPr/>
          <p:nvPr/>
        </p:nvSpPr>
        <p:spPr>
          <a:xfrm>
            <a:off x="8269382" y="3260436"/>
            <a:ext cx="329672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23F159-930A-CF7F-6C39-C3E89E9C58BD}"/>
              </a:ext>
            </a:extLst>
          </p:cNvPr>
          <p:cNvGrpSpPr/>
          <p:nvPr/>
        </p:nvGrpSpPr>
        <p:grpSpPr>
          <a:xfrm>
            <a:off x="3470757" y="2797562"/>
            <a:ext cx="1517040" cy="1422720"/>
            <a:chOff x="3544647" y="2677993"/>
            <a:chExt cx="1517040" cy="14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8F57AD-DE45-571E-56DC-E368304B2467}"/>
                    </a:ext>
                  </a:extLst>
                </p14:cNvPr>
                <p14:cNvContentPartPr/>
                <p14:nvPr/>
              </p14:nvContentPartPr>
              <p14:xfrm>
                <a:off x="3544647" y="2677993"/>
                <a:ext cx="1517040" cy="1350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8F57AD-DE45-571E-56DC-E368304B246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26647" y="2659993"/>
                  <a:ext cx="1552680" cy="13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7EB048-7D31-A84F-AD54-6E7B6694DC14}"/>
                    </a:ext>
                  </a:extLst>
                </p14:cNvPr>
                <p14:cNvContentPartPr/>
                <p14:nvPr/>
              </p14:nvContentPartPr>
              <p14:xfrm>
                <a:off x="3934167" y="3916033"/>
                <a:ext cx="134640" cy="18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7EB048-7D31-A84F-AD54-6E7B6694DC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16167" y="3898393"/>
                  <a:ext cx="170280" cy="22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3A90688-35EA-5D8A-FA1A-9C90FF4E11ED}"/>
              </a:ext>
            </a:extLst>
          </p:cNvPr>
          <p:cNvSpPr/>
          <p:nvPr/>
        </p:nvSpPr>
        <p:spPr>
          <a:xfrm>
            <a:off x="5061687" y="2927927"/>
            <a:ext cx="1708568" cy="332509"/>
          </a:xfrm>
          <a:prstGeom prst="roundRect">
            <a:avLst/>
          </a:prstGeom>
          <a:solidFill>
            <a:schemeClr val="accent3">
              <a:alpha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230385-04E3-159C-AE95-5D5E04D98073}"/>
              </a:ext>
            </a:extLst>
          </p:cNvPr>
          <p:cNvSpPr/>
          <p:nvPr/>
        </p:nvSpPr>
        <p:spPr>
          <a:xfrm>
            <a:off x="4064868" y="3887773"/>
            <a:ext cx="4062263" cy="332509"/>
          </a:xfrm>
          <a:prstGeom prst="roundRect">
            <a:avLst/>
          </a:prstGeom>
          <a:solidFill>
            <a:schemeClr val="accent3">
              <a:alpha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6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156406-4D37-CE65-4B92-9AA477919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618" y="757958"/>
            <a:ext cx="7658764" cy="534208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1246B7-195F-7548-0013-20C5072E50BE}"/>
              </a:ext>
            </a:extLst>
          </p:cNvPr>
          <p:cNvSpPr/>
          <p:nvPr/>
        </p:nvSpPr>
        <p:spPr>
          <a:xfrm>
            <a:off x="3996508" y="1320800"/>
            <a:ext cx="4198984" cy="314036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1B1B"/>
                </a:solidFill>
              </a:rPr>
              <a:t>Double Click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63412C-1898-1FD0-2BBD-4A6FF6D991A6}"/>
              </a:ext>
            </a:extLst>
          </p:cNvPr>
          <p:cNvSpPr/>
          <p:nvPr/>
        </p:nvSpPr>
        <p:spPr>
          <a:xfrm>
            <a:off x="2266618" y="2424545"/>
            <a:ext cx="7658764" cy="360680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1B1B"/>
                </a:solidFill>
              </a:rPr>
              <a:t>SINGLE CLICK</a:t>
            </a:r>
          </a:p>
        </p:txBody>
      </p:sp>
    </p:spTree>
    <p:extLst>
      <p:ext uri="{BB962C8B-B14F-4D97-AF65-F5344CB8AC3E}">
        <p14:creationId xmlns:p14="http://schemas.microsoft.com/office/powerpoint/2010/main" val="252609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CF9D-A609-EC81-D06E-4FCB75E7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BBD0F7-55D9-309F-75EA-DC6C0409D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049" y="723665"/>
            <a:ext cx="7635902" cy="541066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14DB17-FD0F-874A-B5E7-6AAA45502194}"/>
              </a:ext>
            </a:extLst>
          </p:cNvPr>
          <p:cNvSpPr/>
          <p:nvPr/>
        </p:nvSpPr>
        <p:spPr>
          <a:xfrm>
            <a:off x="4125817" y="1062182"/>
            <a:ext cx="917238" cy="314036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1B1B1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9D508-7A47-20D0-8E9A-4767CF90B6FA}"/>
              </a:ext>
            </a:extLst>
          </p:cNvPr>
          <p:cNvSpPr txBox="1"/>
          <p:nvPr/>
        </p:nvSpPr>
        <p:spPr>
          <a:xfrm>
            <a:off x="3310180" y="1034534"/>
            <a:ext cx="81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Toggle</a:t>
            </a:r>
          </a:p>
        </p:txBody>
      </p:sp>
    </p:spTree>
    <p:extLst>
      <p:ext uri="{BB962C8B-B14F-4D97-AF65-F5344CB8AC3E}">
        <p14:creationId xmlns:p14="http://schemas.microsoft.com/office/powerpoint/2010/main" val="19417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5A6025-EA88-9822-8B6D-3ECF0EC86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72" y="37626"/>
            <a:ext cx="9535856" cy="678274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B23CDB-D8F1-8BF7-0F61-115B7E3B96C2}"/>
              </a:ext>
            </a:extLst>
          </p:cNvPr>
          <p:cNvSpPr/>
          <p:nvPr/>
        </p:nvSpPr>
        <p:spPr>
          <a:xfrm>
            <a:off x="3756363" y="526473"/>
            <a:ext cx="917238" cy="314036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1B1B1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7FC5D-7C7F-8CCA-AF96-7007C070EBCA}"/>
              </a:ext>
            </a:extLst>
          </p:cNvPr>
          <p:cNvSpPr txBox="1"/>
          <p:nvPr/>
        </p:nvSpPr>
        <p:spPr>
          <a:xfrm>
            <a:off x="2940726" y="498825"/>
            <a:ext cx="81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Toggle</a:t>
            </a:r>
          </a:p>
        </p:txBody>
      </p:sp>
    </p:spTree>
    <p:extLst>
      <p:ext uri="{BB962C8B-B14F-4D97-AF65-F5344CB8AC3E}">
        <p14:creationId xmlns:p14="http://schemas.microsoft.com/office/powerpoint/2010/main" val="269478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Weng Ti Wong</dc:creator>
  <cp:lastModifiedBy>Weng Ti Wong</cp:lastModifiedBy>
  <cp:revision>1</cp:revision>
  <dcterms:created xsi:type="dcterms:W3CDTF">2025-12-20T04:41:33Z</dcterms:created>
  <dcterms:modified xsi:type="dcterms:W3CDTF">2025-12-20T04:57:38Z</dcterms:modified>
</cp:coreProperties>
</file>